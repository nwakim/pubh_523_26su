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AF1"/>
    <a:srgbClr val="D02770"/>
    <a:srgbClr val="FBECE9"/>
    <a:srgbClr val="F6D6D2"/>
    <a:srgbClr val="DAECFE"/>
    <a:srgbClr val="3070BF"/>
    <a:srgbClr val="D0DDF1"/>
    <a:srgbClr val="5BAFF8"/>
    <a:srgbClr val="459B99"/>
    <a:srgbClr val="D9E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EF720-F500-634C-BDDB-3E2EE2B68269}" v="6" dt="2026-06-15T04:01:37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61"/>
    <p:restoredTop sz="94658"/>
  </p:normalViewPr>
  <p:slideViewPr>
    <p:cSldViewPr snapToGrid="0">
      <p:cViewPr>
        <p:scale>
          <a:sx n="120" d="100"/>
          <a:sy n="120" d="100"/>
        </p:scale>
        <p:origin x="5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01FB-7D93-FBEB-BFF3-B8342F369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0995D-82CA-5F3F-0119-5494C0627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DD97-07A7-B22A-4235-15E31192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7F6A-0C97-0BD8-86E6-D75DA546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9026-A70D-39A9-D65C-8A82918E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9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C296-1665-F93F-6C7D-075E82C4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941B-9D1B-5DFF-152B-149664680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3D88-FC58-853D-6974-5EC51F0D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093E-2F38-4116-DAEF-CE58B134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9EB45-D5CA-71DB-D1DA-06489C34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4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CC85-275F-B524-7944-283A4C4C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A7658-25BA-5D54-6525-86CEEA8B1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27A8-5CA1-A2B5-D516-CF652F09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99852-E8F9-7DF9-33E2-A14D46BB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06E9-CDF7-F631-9813-979C5ECA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0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9AA1-A50E-88E9-EDE0-AC9133DF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D2E1-3127-A6EA-D783-A87A540EA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15662-5E9C-E8F6-FF07-69A944C83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BDD85-16F9-939B-CAA8-A380A811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29ADA-00B3-7CCC-2514-7390299F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13FD8-F32C-C131-9AF5-04948983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0569-7B9A-0D77-F2E3-418F647B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33BFD-8470-8AED-9804-C8D9B6338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DD47D-7252-5E3C-7616-54F187F6D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16A9B-C517-1A41-F6C1-28E3A8283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B1F83-9FE0-3ED7-0D52-C17854D7B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64499-F7EF-807A-E7DF-CB610244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5D0B3-7269-D093-4751-A71F279C7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F6C52-C012-38F4-0FEE-7136A455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9645-D2FE-9B8B-F371-633CB533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92787-89E0-ADC7-5C22-3271F63C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291E5-C811-CD7D-5EA2-CC19BEE3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E030D-9D3E-9D5A-55A2-B2DD0D7C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7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33635-4194-045B-77F1-C0F1BF23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E6924-BD7D-FA80-F4C2-642F2EBA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62CB-6AB5-8EEC-FA6F-D8953F0C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0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8F7B-A333-D5B8-5886-1FFC5C80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8E1E1-F1C0-210F-ED26-98977065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BA034-3759-72B1-4327-75D731842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828C9-B24F-20EA-03D3-CF8E4681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3C68D-2060-7A0D-D152-A776E158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BA75E-2A71-DB24-1D94-CC470ACF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8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4ABE-3BA3-419D-A52D-3C80B2BE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8B517-A959-6562-467D-DF5C118C4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B0A89-72B3-F29A-FBE7-2E0B4212A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991A9-ABBE-C995-EADA-ECAEEFB1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5F4F4-38F0-1735-24E6-EC5ECFB6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CA748-5152-FDD1-7986-643794C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53DD-991E-FC16-CC90-D60F4D9C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8C45-85AF-C05E-DB93-56B8CE068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32EB-787B-FB1C-CCD5-6E49954E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1961-A20C-B0E0-3FFA-46752D12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2E9A8-D761-1E4B-96B2-9A0EEE13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3FE40-1766-0FC6-BE87-3BF84A4FF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EB580-84CE-C9F3-665C-1EE592D9A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DE1E4-F034-B65F-9A05-FF6DAB18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67466-A304-6872-BEEE-BC8E1FA3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BDF0D-1DDA-1874-9B8F-A37D4CEF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E8336-E3DA-6199-3FE5-9D5653CB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1AF6B-039B-66C8-E51D-0CA69688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910D6-B281-45FD-C6F0-02C89DCB4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CC9E-3C39-2063-FAD3-9689EC5C2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99C9F-4E13-6C0F-F442-7D6BA05A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8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2FE2B74-FD3D-B639-363F-264FA5A425B2}"/>
              </a:ext>
            </a:extLst>
          </p:cNvPr>
          <p:cNvGrpSpPr/>
          <p:nvPr/>
        </p:nvGrpSpPr>
        <p:grpSpPr>
          <a:xfrm>
            <a:off x="2258458" y="1916935"/>
            <a:ext cx="9397388" cy="2478795"/>
            <a:chOff x="2258458" y="1916935"/>
            <a:chExt cx="9397388" cy="247879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160A2B-05F6-62CE-8CDF-BDCE087CA139}"/>
                </a:ext>
              </a:extLst>
            </p:cNvPr>
            <p:cNvSpPr/>
            <p:nvPr/>
          </p:nvSpPr>
          <p:spPr>
            <a:xfrm>
              <a:off x="2258458" y="1916935"/>
              <a:ext cx="9397388" cy="2478795"/>
            </a:xfrm>
            <a:prstGeom prst="roundRect">
              <a:avLst/>
            </a:prstGeom>
            <a:solidFill>
              <a:schemeClr val="bg2">
                <a:lumMod val="90000"/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Lato" panose="020F0502020204030203" pitchFamily="34" charset="77"/>
                </a:rPr>
                <a:t>Rigor and Reproducibility</a:t>
              </a:r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19B947BD-F484-3DAC-7A80-35A35E747633}"/>
                </a:ext>
              </a:extLst>
            </p:cNvPr>
            <p:cNvSpPr/>
            <p:nvPr/>
          </p:nvSpPr>
          <p:spPr>
            <a:xfrm>
              <a:off x="2379643" y="2412694"/>
              <a:ext cx="9166034" cy="1861851"/>
            </a:xfrm>
            <a:prstGeom prst="roundRect">
              <a:avLst/>
            </a:prstGeom>
            <a:solidFill>
              <a:srgbClr val="DAEC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5BAFF8"/>
                  </a:solidFill>
                  <a:latin typeface="Lato" panose="020F0502020204030203" pitchFamily="34" charset="77"/>
                </a:rPr>
                <a:t>Best Practices in 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0EDE76C-9213-F484-098B-BD1D359BBC8E}"/>
                </a:ext>
              </a:extLst>
            </p:cNvPr>
            <p:cNvSpPr/>
            <p:nvPr/>
          </p:nvSpPr>
          <p:spPr>
            <a:xfrm>
              <a:off x="2714483" y="2908452"/>
              <a:ext cx="8460958" cy="548640"/>
            </a:xfrm>
            <a:prstGeom prst="roundRect">
              <a:avLst/>
            </a:prstGeom>
            <a:solidFill>
              <a:srgbClr val="FCF2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EF85B3"/>
                  </a:solidFill>
                  <a:latin typeface="Lato" panose="020F0502020204030203" pitchFamily="34" charset="77"/>
                </a:rPr>
                <a:t>R Basics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AF07B5A-E690-B5C0-9E0F-B057780893F2}"/>
                </a:ext>
              </a:extLst>
            </p:cNvPr>
            <p:cNvSpPr/>
            <p:nvPr/>
          </p:nvSpPr>
          <p:spPr>
            <a:xfrm>
              <a:off x="2714483" y="3607602"/>
              <a:ext cx="2743200" cy="548640"/>
            </a:xfrm>
            <a:prstGeom prst="roundRect">
              <a:avLst/>
            </a:prstGeom>
            <a:solidFill>
              <a:srgbClr val="D0D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3070BF"/>
                  </a:solidFill>
                  <a:latin typeface="Lato" panose="020F0502020204030203" pitchFamily="34" charset="77"/>
                </a:rPr>
                <a:t>Data transformation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5C3A73D-E638-79F6-E7EC-21CCEF90C052}"/>
                </a:ext>
              </a:extLst>
            </p:cNvPr>
            <p:cNvSpPr/>
            <p:nvPr/>
          </p:nvSpPr>
          <p:spPr>
            <a:xfrm>
              <a:off x="5573362" y="3607602"/>
              <a:ext cx="2743200" cy="548640"/>
            </a:xfrm>
            <a:prstGeom prst="roundRect">
              <a:avLst/>
            </a:prstGeom>
            <a:solidFill>
              <a:srgbClr val="D9E8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59B99"/>
                  </a:solidFill>
                  <a:latin typeface="Lato" panose="020F0502020204030203" pitchFamily="34" charset="77"/>
                </a:rPr>
                <a:t>Data summarization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A97C986-1839-127E-8548-44663F5F35AF}"/>
                </a:ext>
              </a:extLst>
            </p:cNvPr>
            <p:cNvSpPr/>
            <p:nvPr/>
          </p:nvSpPr>
          <p:spPr>
            <a:xfrm>
              <a:off x="8432241" y="3607602"/>
              <a:ext cx="2743200" cy="548640"/>
            </a:xfrm>
            <a:prstGeom prst="roundRect">
              <a:avLst/>
            </a:prstGeom>
            <a:solidFill>
              <a:srgbClr val="F6D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83532"/>
                  </a:solidFill>
                  <a:latin typeface="Lato" panose="020F0502020204030203" pitchFamily="34" charset="77"/>
                </a:rPr>
                <a:t>Data visualization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5E266C0-969B-D8C6-E2E9-36D8B56ABC14}"/>
              </a:ext>
            </a:extLst>
          </p:cNvPr>
          <p:cNvSpPr/>
          <p:nvPr/>
        </p:nvSpPr>
        <p:spPr>
          <a:xfrm>
            <a:off x="-484742" y="1002535"/>
            <a:ext cx="1410159" cy="1333041"/>
          </a:xfrm>
          <a:prstGeom prst="rect">
            <a:avLst/>
          </a:prstGeom>
          <a:solidFill>
            <a:srgbClr val="D0D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D58A49-BDAB-15D0-E55B-13D6BA0A4192}"/>
              </a:ext>
            </a:extLst>
          </p:cNvPr>
          <p:cNvSpPr/>
          <p:nvPr/>
        </p:nvSpPr>
        <p:spPr>
          <a:xfrm>
            <a:off x="758989" y="4891488"/>
            <a:ext cx="1620653" cy="407625"/>
          </a:xfrm>
          <a:prstGeom prst="roundRect">
            <a:avLst/>
          </a:prstGeom>
          <a:solidFill>
            <a:schemeClr val="bg2">
              <a:lumMod val="9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77"/>
              </a:rPr>
              <a:t>Rigor &amp;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77"/>
              </a:rPr>
              <a:t>Repr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Lato" panose="020F0502020204030203" pitchFamily="34" charset="77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960B044-8C17-8B59-C6D8-BA8F983DE99A}"/>
              </a:ext>
            </a:extLst>
          </p:cNvPr>
          <p:cNvSpPr/>
          <p:nvPr/>
        </p:nvSpPr>
        <p:spPr>
          <a:xfrm>
            <a:off x="758989" y="5348690"/>
            <a:ext cx="1620653" cy="407626"/>
          </a:xfrm>
          <a:prstGeom prst="roundRect">
            <a:avLst/>
          </a:prstGeom>
          <a:solidFill>
            <a:srgbClr val="DA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BAFF8"/>
                </a:solidFill>
                <a:latin typeface="Lato" panose="020F0502020204030203" pitchFamily="34" charset="77"/>
              </a:rPr>
              <a:t>Best </a:t>
            </a:r>
            <a:r>
              <a:rPr lang="en-US" sz="1600" dirty="0" err="1">
                <a:solidFill>
                  <a:srgbClr val="5BAFF8"/>
                </a:solidFill>
                <a:latin typeface="Lato" panose="020F0502020204030203" pitchFamily="34" charset="77"/>
              </a:rPr>
              <a:t>Pract</a:t>
            </a:r>
            <a:r>
              <a:rPr lang="en-US" sz="1600" dirty="0">
                <a:solidFill>
                  <a:srgbClr val="5BAFF8"/>
                </a:solidFill>
                <a:latin typeface="Lato" panose="020F0502020204030203" pitchFamily="34" charset="77"/>
              </a:rPr>
              <a:t> in 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085697-0EDB-4C20-F8EC-A8E741D7891E}"/>
              </a:ext>
            </a:extLst>
          </p:cNvPr>
          <p:cNvSpPr/>
          <p:nvPr/>
        </p:nvSpPr>
        <p:spPr>
          <a:xfrm>
            <a:off x="758989" y="4459074"/>
            <a:ext cx="1620653" cy="407626"/>
          </a:xfrm>
          <a:prstGeom prst="roundRect">
            <a:avLst/>
          </a:prstGeom>
          <a:solidFill>
            <a:srgbClr val="FCF2F7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EF85B3"/>
                </a:solidFill>
                <a:latin typeface="Lato" panose="020F0502020204030203" pitchFamily="34" charset="77"/>
              </a:rPr>
              <a:t>R Basics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740BC5-E5A6-7F2F-12DF-2B84055DC828}"/>
              </a:ext>
            </a:extLst>
          </p:cNvPr>
          <p:cNvSpPr/>
          <p:nvPr/>
        </p:nvSpPr>
        <p:spPr>
          <a:xfrm>
            <a:off x="758989" y="6279740"/>
            <a:ext cx="1620652" cy="403641"/>
          </a:xfrm>
          <a:prstGeom prst="roundRect">
            <a:avLst/>
          </a:prstGeom>
          <a:solidFill>
            <a:srgbClr val="D0D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3070BF"/>
                </a:solidFill>
                <a:latin typeface="Lato" panose="020F0502020204030203" pitchFamily="34" charset="77"/>
              </a:rPr>
              <a:t>Data transform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953F686-538B-367D-E158-237D8952A3D5}"/>
              </a:ext>
            </a:extLst>
          </p:cNvPr>
          <p:cNvSpPr/>
          <p:nvPr/>
        </p:nvSpPr>
        <p:spPr>
          <a:xfrm>
            <a:off x="758990" y="5805893"/>
            <a:ext cx="1620652" cy="407626"/>
          </a:xfrm>
          <a:prstGeom prst="roundRect">
            <a:avLst/>
          </a:prstGeom>
          <a:solidFill>
            <a:srgbClr val="D9E8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459B99"/>
                </a:solidFill>
                <a:latin typeface="Lato" panose="020F0502020204030203" pitchFamily="34" charset="77"/>
              </a:rPr>
              <a:t>Data </a:t>
            </a:r>
            <a:r>
              <a:rPr lang="en-US" sz="1600" dirty="0" err="1">
                <a:solidFill>
                  <a:srgbClr val="459B99"/>
                </a:solidFill>
                <a:latin typeface="Lato" panose="020F0502020204030203" pitchFamily="34" charset="77"/>
              </a:rPr>
              <a:t>summ</a:t>
            </a:r>
            <a:endParaRPr lang="en-US" sz="1600" dirty="0">
              <a:solidFill>
                <a:srgbClr val="459B99"/>
              </a:solidFill>
              <a:latin typeface="Lato" panose="020F0502020204030203" pitchFamily="34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69D2686-B03B-535D-1EC3-0A2C3E2B9806}"/>
              </a:ext>
            </a:extLst>
          </p:cNvPr>
          <p:cNvSpPr/>
          <p:nvPr/>
        </p:nvSpPr>
        <p:spPr>
          <a:xfrm>
            <a:off x="758989" y="4014312"/>
            <a:ext cx="1620652" cy="403641"/>
          </a:xfrm>
          <a:prstGeom prst="roundRect">
            <a:avLst/>
          </a:prstGeom>
          <a:solidFill>
            <a:srgbClr val="FB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83532"/>
                </a:solidFill>
                <a:latin typeface="Lato" panose="020F0502020204030203" pitchFamily="34" charset="77"/>
              </a:rPr>
              <a:t>Data viz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F0C6E4-DE05-5F77-0DFD-C68E18118A83}"/>
              </a:ext>
            </a:extLst>
          </p:cNvPr>
          <p:cNvSpPr/>
          <p:nvPr/>
        </p:nvSpPr>
        <p:spPr>
          <a:xfrm>
            <a:off x="1562986" y="839972"/>
            <a:ext cx="1371600" cy="946298"/>
          </a:xfrm>
          <a:prstGeom prst="rect">
            <a:avLst/>
          </a:prstGeom>
          <a:solidFill>
            <a:srgbClr val="FBEA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4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</TotalTime>
  <Words>30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Wakim</dc:creator>
  <cp:lastModifiedBy>Nicky Wakim</cp:lastModifiedBy>
  <cp:revision>1</cp:revision>
  <dcterms:created xsi:type="dcterms:W3CDTF">2026-06-15T03:29:52Z</dcterms:created>
  <dcterms:modified xsi:type="dcterms:W3CDTF">2026-06-16T20:58:20Z</dcterms:modified>
</cp:coreProperties>
</file>